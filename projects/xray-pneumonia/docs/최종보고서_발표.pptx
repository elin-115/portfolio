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D3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헬스케어 해커톤 최종 보고서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흉부 X-ray 폐렴 분류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모델을 바꾸기 전에 데이터를 먼저 봐야 했던 이유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6B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김지연  |  OZ코딩스쿨 AI 헬스케어 7기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흉부 X-ray 사진을 정상(0) / 폐렴(1)로 분류 · 평가 산식 Accuracy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5,216장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정상 1,341 / 폐렴 3,875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224×224, 검은 띠 포함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624장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없음, 원본 크기 그대로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예측에만 사용 (학습·통계에 쓰면 누수)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0.9583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제출 점수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검증 0.9425에서 출발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624장 중 598장 정답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처음에는 "좋은 모델을 고르는 문제"라고 생각함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실제로는 train과 test의 사진 모양이 다른 것이 핵심이었고, 모델보다 전처리가 점수를 결정했음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점수는 원인을 찾은 뒤에 올랐음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제출 점수 흐름 (test 624장 Accuracy)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014969"/>
            <a:ext cx="1325880" cy="877071"/>
          </a:xfrm>
          <a:prstGeom prst="rect">
            <a:avLst/>
          </a:prstGeom>
          <a:solidFill>
            <a:srgbClr val="B9C4CA"/>
          </a:solidFill>
          <a:ln w="12700">
            <a:solidFill>
              <a:srgbClr val="B9C4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603489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0.8526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5001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EfficientNet-B0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증강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3748179"/>
            <a:ext cx="1325880" cy="1143861"/>
          </a:xfrm>
          <a:prstGeom prst="rect">
            <a:avLst/>
          </a:prstGeom>
          <a:solidFill>
            <a:srgbClr val="B9C4CA"/>
          </a:solidFill>
          <a:ln w="12700">
            <a:solidFill>
              <a:srgbClr val="B9C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3336699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0.8686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5001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환자 묶음 분할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label smoothing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2866106"/>
            <a:ext cx="1325880" cy="2025934"/>
          </a:xfrm>
          <a:prstGeom prst="rect">
            <a:avLst/>
          </a:prstGeom>
          <a:solidFill>
            <a:srgbClr val="B9C4CA"/>
          </a:solidFill>
          <a:ln w="12700">
            <a:solidFill>
              <a:srgbClr val="B9C4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245462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0.9215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5001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4개 앙상블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비율 보정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2439243"/>
            <a:ext cx="1325880" cy="2452797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2027763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0.9471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5001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검은 띠 제거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1개, 기준 0.5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75320" y="2279169"/>
            <a:ext cx="1325880" cy="2612871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1867689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0.9567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5001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ResNet50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(같은 전처리)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49840" y="2252490"/>
            <a:ext cx="1325880" cy="26395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0" y="184101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0.9583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5001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DenseNet121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(같은 전처리)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D5DB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737360"/>
            <a:ext cx="0" cy="3154680"/>
          </a:xfrm>
          <a:prstGeom prst="line">
            <a:avLst/>
          </a:prstGeom>
          <a:noFill/>
          <a:ln w="19050">
            <a:solidFill>
              <a:srgbClr val="E4572E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8404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발견: 검은 띠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앞의 세 단계는 원인을 모른 채 모델과 앙상블로 올린 점수임. 세 번째의 비율 보정은 test 예측 분포에 의존하는 방식이라 최종 모델에서는 쓰지 않음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1·2: 사진 형태 차이와 환자 누수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train과 test의 형태가 다름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train: 비율을 유지한 채 224×224에 넣고 남는 곳을 검게 채운 형태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test: 원본 크기 그대로 (사진마다 다름)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test도 같은 방식으로 맞춘 뒤 처리함</a:t>
            </a:r>
            <a:endParaRPr lang="en-US" sz="1500" dirty="0"/>
          </a:p>
        </p:txBody>
      </p:sp>
      <p:pic>
        <p:nvPicPr>
          <p:cNvPr id="8" name="Image 0" descr="/Users/mac/Desktop/claude/xray/report_figs/2_전처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77640"/>
            <a:ext cx="4937760" cy="163400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점수가 부풀려지는 구조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011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번호가 환자 순서 → 옆 번호는 같은 환자인 경우가 많음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무작위로 나누면 검증 사진의 94%가 옆 번호를 학습에 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 10장을 한 묶음으로 보고 묶음 단위 5-fold로 변경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0.9875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분할 검증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0.8526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제출 점수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3: 검은 띠가 정답을 알려주고 있었음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폐렴 사진이 가로로 더 길어서 위아래 검은 띠가 더 두꺼움</a:t>
            </a:r>
            <a:endParaRPr lang="en-US" sz="1600" dirty="0"/>
          </a:p>
        </p:txBody>
      </p:sp>
      <p:pic>
        <p:nvPicPr>
          <p:cNvPr id="5" name="Image 0" descr="/Users/mac/Desktop/claude/xray/report_figs/1_검은띠_정상vs폐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4980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3492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윗줄 정상, 아랫줄 폐렴 (train 원본)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1.18 vs 1.44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내용 부분의 가로÷세로 (정상 vs 폐렴)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60" y="288036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2990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AUC 0.88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520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비율 하나만으로 구분되는 정도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0" y="406908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99.5%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4709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비율 1.5 초과 train 사진 중 폐렴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888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모델이 폐를 보지 않고 띠의 두께만 봐도 train에서는 잘 맞힘. test에는 가로로 긴 정상 사진이 많아서 그대로 틀림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전략 선택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발견한 문제마다 하나씩 대응함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선택한 전략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585216"/>
          </a:xfrm>
          <a:prstGeom prst="roundRect">
            <a:avLst>
              <a:gd name="adj" fmla="val 1875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12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검은 띠 단서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12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검은 띠를 잘라내고 224×224에 꽉 채움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121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띠의 두께 정보를 없앰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11064240" cy="585216"/>
          </a:xfrm>
          <a:prstGeom prst="roundRect">
            <a:avLst>
              <a:gd name="adj" fmla="val 1875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07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비율 단서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807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 때 가로세로 비율을 무작위로 흔듦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늘어난 정도로도 맞히지 못하게 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11064240" cy="585216"/>
          </a:xfrm>
          <a:prstGeom prst="roundRect">
            <a:avLst>
              <a:gd name="adj" fmla="val 1875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02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환자 누수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502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10장 묶음 단위 5-fold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511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점수를 믿을 수 있게 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11064240" cy="585216"/>
          </a:xfrm>
          <a:prstGeom prst="roundRect">
            <a:avLst>
              <a:gd name="adj" fmla="val 1875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970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폐렴이 3배 많음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클래스 가중치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정상을 틀리면 더 큰 벌점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11064240" cy="585216"/>
          </a:xfrm>
          <a:prstGeom prst="roundRect">
            <a:avLst>
              <a:gd name="adj" fmla="val 1875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하나의 흔들림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4892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5-fold 평균 + 서로 다른 모델 3개 평균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901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에포크마다 검증 점수가 크게 변함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585216"/>
          </a:xfrm>
          <a:prstGeom prst="roundRect">
            <a:avLst>
              <a:gd name="adj" fmla="val 1875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586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기준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55869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고정, 비율 보정 없음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5596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test를 보고 기준을 정하지 않음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모델: ImageNet 사전학습 EfficientNet-B0, ResNet50, DenseNet121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Before vs After: Baseline과 비교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5-fold로 train 5,216장 전체를 검증한 결과</a:t>
            </a:r>
            <a:endParaRPr lang="en-US" sz="1600" dirty="0"/>
          </a:p>
        </p:txBody>
      </p:sp>
      <p:pic>
        <p:nvPicPr>
          <p:cNvPr id="5" name="Image 0" descr="/Users/mac/Desktop/claude/xray/report_figs/3_혼동행렬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040880" cy="29799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51560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모델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1956816"/>
            <a:ext cx="3840480" cy="0"/>
          </a:xfrm>
          <a:prstGeom prst="line">
            <a:avLst/>
          </a:prstGeom>
          <a:noFill/>
          <a:ln w="9525">
            <a:solidFill>
              <a:srgbClr val="D5DB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2029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정확도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2029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0.9425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0" y="2029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0.9724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63840" y="2414016"/>
            <a:ext cx="3840480" cy="0"/>
          </a:xfrm>
          <a:prstGeom prst="line">
            <a:avLst/>
          </a:prstGeom>
          <a:noFill/>
          <a:ln w="9525">
            <a:solidFill>
              <a:srgbClr val="D5DB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2487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0.9819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0.9971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63840" y="2871216"/>
            <a:ext cx="3840480" cy="0"/>
          </a:xfrm>
          <a:prstGeom prst="line">
            <a:avLst/>
          </a:prstGeom>
          <a:noFill/>
          <a:ln w="9525">
            <a:solidFill>
              <a:srgbClr val="D5DB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민감도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0.9757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0.9675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863840" y="3328416"/>
            <a:ext cx="3840480" cy="0"/>
          </a:xfrm>
          <a:prstGeom prst="line">
            <a:avLst/>
          </a:prstGeom>
          <a:noFill/>
          <a:ln w="9525">
            <a:solidFill>
              <a:srgbClr val="D5DB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34015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특이도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0.8464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0.9866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863840" y="3785616"/>
            <a:ext cx="3840480" cy="0"/>
          </a:xfrm>
          <a:prstGeom prst="line">
            <a:avLst/>
          </a:prstGeom>
          <a:noFill/>
          <a:ln w="9525">
            <a:solidFill>
              <a:srgbClr val="D5DB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0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FP / FN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326880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206 / 94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0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 / 126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863840" y="4242816"/>
            <a:ext cx="3840480" cy="0"/>
          </a:xfrm>
          <a:prstGeom prst="line">
            <a:avLst/>
          </a:prstGeom>
          <a:noFill/>
          <a:ln w="9525">
            <a:solidFill>
              <a:srgbClr val="D5DBD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63840" y="4315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제출 점수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326880" y="4315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0.7804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0" y="4315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0.9583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4983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가로로 긴 정상 사진의 정확도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349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0.457</a:t>
            </a:r>
            <a:endParaRPr lang="en-US" sz="4000" dirty="0"/>
          </a:p>
        </p:txBody>
      </p:sp>
      <p:sp>
        <p:nvSpPr>
          <p:cNvPr id="36" name="Text 33"/>
          <p:cNvSpPr txBox="1"/>
          <p:nvPr/>
        </p:nvSpPr>
        <p:spPr>
          <a:xfrm>
            <a:off x="2331720" y="5394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3246120" y="5349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0.952</a:t>
            </a:r>
            <a:endParaRPr lang="en-US" sz="4000" dirty="0"/>
          </a:p>
        </p:txBody>
      </p:sp>
      <p:sp>
        <p:nvSpPr>
          <p:cNvPr id="38" name="Text 35"/>
          <p:cNvSpPr txBox="1"/>
          <p:nvPr/>
        </p:nvSpPr>
        <p:spPr>
          <a:xfrm>
            <a:off x="5120640" y="51206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Baseline은 정확도가 0.94여도 이 사진은 절반도 못 맞힘 → 폐가 아니라 띠로 판단한다는 증거임.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다만 최종 모델은 폐렴을 놓치는 쪽(FN 126장)이 약점으로 남음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효과가 없었던 시도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점수가 올라도 제출 점수는 오르지 않았음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기대한 근거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제출 결과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939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기준을 0.5 → 0.3으로 낮춤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검증에서 폐렴을 많이 놓쳐서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093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0.9487 → 0.9439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340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흉부 X-ray로 사전학습된 모델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의료 영상으로 배운 모델이 나을 것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734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평균해도 +1장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741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 영역만 잘라서 학습 (두 모델 평균에 추가)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0.9695 → 0.9770으로 상승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374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0.9567 → 0.9487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142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시드만 바꿔 다시 학습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평균하면 안정될 것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0142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624장 예측 동일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6542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띠 단서를 배운 예전 모델과 앙상블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663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모델이 많을수록 좋을 것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4654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오히려 하락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779008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폐렴 쪽으로 판정을 옮긴 변경(기준 0.3, 폐 영역 자르기)은 두 번 모두 내려감 → 검증만 보고 정하면 안 된다는 신호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모델이 틀린 사진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5,216장 중 144장 · 윗줄 정상→폐렴, 아랫줄 폐렴→정상 (가장 확신하며 틀린 6장씩)</a:t>
            </a:r>
            <a:endParaRPr lang="en-US" sz="1600" dirty="0"/>
          </a:p>
        </p:txBody>
      </p:sp>
      <p:pic>
        <p:nvPicPr>
          <p:cNvPr id="5" name="Image 0" descr="/Users/mac/Desktop/claude/xray/report_figs/4_틀린사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205" y="1600200"/>
            <a:ext cx="832511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834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093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126 / 144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틀린 사진 중 폐렴을 놓친 경우 (88%)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49834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5093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0.476 vs 0.253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확신도 평균: 맞힌 사진 vs 틀린 사진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49834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5093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34장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확률 0.1 미만으로 확신하며 놓친 폐렴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해석: Grad-CAM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 때 보지 못한 사진에서 세 모델이 어디를 보는지 비교</a:t>
            </a:r>
            <a:endParaRPr lang="en-US" sz="1600" dirty="0"/>
          </a:p>
        </p:txBody>
      </p:sp>
      <p:pic>
        <p:nvPicPr>
          <p:cNvPr id="5" name="Image 0" descr="/Users/mac/Desktop/claude/xray/report_figs/6_gradc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675" y="1554480"/>
            <a:ext cx="572369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645920"/>
            <a:ext cx="3566160" cy="1298448"/>
          </a:xfrm>
          <a:prstGeom prst="roundRect">
            <a:avLst>
              <a:gd name="adj" fmla="val 845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86 / 73 / 71%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2677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히트맵 중 가슴 가운데 영역 비중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(위에서부터 세 모델, 면적은 50%)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46720" y="3108960"/>
            <a:ext cx="3566160" cy="1298448"/>
          </a:xfrm>
          <a:prstGeom prst="roundRect">
            <a:avLst>
              <a:gd name="adj" fmla="val 845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상관 0.80~0.88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730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모델이 보는 방식이 다름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평균내는 효과가 있는 이유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45720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029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테두리나 글자를 보지 않는다는 것까지만 확인됨. 폐의 병변을 정확히 본다고는 말할 수 없음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서비스 관점: 위험도 3단계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결과 하나가 아니라 Low / Medium / High로 내보냄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폐렴 확률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정상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폐렴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8778240" cy="731520"/>
          </a:xfrm>
          <a:prstGeom prst="roundRect">
            <a:avLst>
              <a:gd name="adj" fmla="val 15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276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0.05 미만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2768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1,194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2768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295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우선순위 낮음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778240" cy="731520"/>
          </a:xfrm>
          <a:prstGeom prst="roundRect">
            <a:avLst>
              <a:gd name="adj" fmla="val 150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Medium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145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0.05 ~ 0.5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1455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129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1455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1638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의사 확인 필요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8778240" cy="731520"/>
          </a:xfrm>
          <a:prstGeom prst="roundRect">
            <a:avLst>
              <a:gd name="adj" fmla="val 15000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High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40142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이상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014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014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3,749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0325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확인 필요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0" y="2057400"/>
            <a:ext cx="2011680" cy="2468880"/>
          </a:xfrm>
          <a:prstGeom prst="roundRect">
            <a:avLst>
              <a:gd name="adj" fmla="val 5455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383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105 / 126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놓친 폐렴 중 Medium에 들어가 의사 확인을 거치는 수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4.5%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의사가 볼 Medium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Low에도 폐렴 21장이 남음 → Low는 "정상 확정"이 아니라 "우선순위 낮음"으로 표시해야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기준은 폐렴이 74%인 train으로 정함 → 실제 병원 비율에서는 다시 정해야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항목: 원본 이미지, Grad-CAM 이미지, 예측 결과, 확률, 위험도, 모델 버전, 예측 시간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인사이트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44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모델보다 데이터를 먼저 봐야 함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465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앙상블로 0.85 → 0.92까지 여러 날, 검은 띠를 찾은 뒤에는 모델 하나로 0.9471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높은 검증 점수를 의심해야 함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340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분할 0.9875도, Baseline 0.9425도 실제 실력이 아니었음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19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지름길을 확인하는 숫자를 만들어야 함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21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"가로로 긴 정상 사진의 정확도" 하나로 띠를 보는지 구분함 (0.457 vs 0.952)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34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06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검증에도 한계가 있음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후반에는 검증이 올라도 제출이 내려감. 반복 제출로 맞추지 않고 멈춤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21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2943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0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정확도만으로는 의료 모델을 설명할 수 없음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6967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폐렴을 놓치는 쪽으로 틀리므로 위험도 3단계로 내보내야 함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한계와 다음에 해볼 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train과 test의 분포 차이가 끝까지 남음. 정답 없이는 원인을 확인할 수 없었음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Grad-CAM으로 병변을 본다는 것을 확인하지 못함. 병변 위치 라벨이 있는 데이터가 필요함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위험도 기준은 train 비율로 정함. 실제 환자 비율에서 다시 정해야 함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점수가 실제보다 조금 높게 나옴. 검증 정확도가 가장 높은 에포크를 골랐기 때문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검은 띠 말고 검은 모서리 단서도 남아 있을 수 있음. 놓친 폐렴 126장 중 117장이 모서리가 검은 사진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크기를 키우는 실험(320×320)은 해보지 못함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B6B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코드 xray_pneumonia.ipynb  |  최종 제출 submission.csv (0.9583)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흉부 X-ray 폐렴 분류 최종 보고서</dc:title>
  <dc:subject>PptxGenJS Presentation</dc:subject>
  <dc:creator>PptxGenJS</dc:creator>
  <cp:lastModifiedBy>PptxGenJS</cp:lastModifiedBy>
  <cp:revision>1</cp:revision>
  <dcterms:created xsi:type="dcterms:W3CDTF">2026-10-18T11:41:50Z</dcterms:created>
  <dcterms:modified xsi:type="dcterms:W3CDTF">2026-10-18T11:41:50Z</dcterms:modified>
</cp:coreProperties>
</file>